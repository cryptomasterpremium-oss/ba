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6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87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80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256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7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00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51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12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18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2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3791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3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7574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615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148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00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58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8457" y="2404534"/>
            <a:ext cx="6238857" cy="1646302"/>
          </a:xfrm>
        </p:spPr>
        <p:txBody>
          <a:bodyPr/>
          <a:lstStyle/>
          <a:p>
            <a:r>
              <a:rPr dirty="0"/>
              <a:t>ANOVA Test using 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Use ANOVA?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compare the average (mean) of more than two groups</a:t>
            </a:r>
          </a:p>
          <a:p>
            <a:r>
              <a:t>Example: Compare marks of 3 different classes</a:t>
            </a:r>
          </a:p>
          <a:p>
            <a:r>
              <a:t>Using many t-tests can give wrong results</a:t>
            </a:r>
          </a:p>
          <a:p>
            <a:r>
              <a:t>ANOVA solves this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ANOVA?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ANOVA means Analysis of Variance</a:t>
            </a:r>
          </a:p>
          <a:p>
            <a:r>
              <a:t>It checks whether group averages are equal or not</a:t>
            </a:r>
          </a:p>
          <a:p>
            <a:r>
              <a:t>It uses variation (spread) in data</a:t>
            </a:r>
          </a:p>
          <a:p>
            <a:r>
              <a:t>Used when we have more than two groups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 A – Online class marks</a:t>
            </a:r>
          </a:p>
          <a:p>
            <a:r>
              <a:t>Group B – Physical class marks</a:t>
            </a:r>
          </a:p>
          <a:p>
            <a:r>
              <a:t>Group C – Hybrid class marks</a:t>
            </a:r>
          </a:p>
          <a:p>
            <a:r>
              <a:t>Question: Are the average marks the same?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in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Null Hypothesis (H₀): All group means are equal</a:t>
            </a:r>
          </a:p>
          <a:p>
            <a:r>
              <a:t>Alternative Hypothesis (H₁): At least one group is different</a:t>
            </a:r>
          </a:p>
          <a:p>
            <a:r>
              <a:t>ANOVA checks which hypothesis is correct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of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should be independent</a:t>
            </a:r>
          </a:p>
          <a:p>
            <a:r>
              <a:t>Data should be approximately normal</a:t>
            </a:r>
          </a:p>
          <a:p>
            <a:r>
              <a:t>Group variances should be similar</a:t>
            </a:r>
          </a:p>
          <a:p>
            <a:r>
              <a:t>Beginner level: assume data is suitable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Example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Marks = numeric data</a:t>
            </a:r>
          </a:p>
          <a:p>
            <a:r>
              <a:t>Method = category (A, B, C)</a:t>
            </a:r>
          </a:p>
          <a:p>
            <a:r>
              <a:t>Category variables must be factors in 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Data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marks &lt;- c(65, 70, 75, 78, 85, 88)</a:t>
            </a:r>
          </a:p>
          <a:p>
            <a:r>
              <a:t>method &lt;- factor(c('A','A','B','B','C','C'))</a:t>
            </a:r>
          </a:p>
          <a:p>
            <a:r>
              <a:t>data &lt;- data.frame(method, marks)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ANOVA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aov() function</a:t>
            </a:r>
          </a:p>
          <a:p>
            <a:r>
              <a:t>anova_model &lt;- aov(marks ~ method, data = data)</a:t>
            </a:r>
          </a:p>
          <a:p>
            <a:r>
              <a:t>summary(anova_model)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Look at the p-value</a:t>
            </a:r>
          </a:p>
          <a:p>
            <a:r>
              <a:t>If p-value &lt; 0.05 → groups are different</a:t>
            </a:r>
          </a:p>
          <a:p>
            <a:r>
              <a:t>If p-value ≥ 0.05 → no significant difference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 ANOVA (Post Hoc Test)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ANOVA tells difference exists, not where</a:t>
            </a:r>
          </a:p>
          <a:p>
            <a:r>
              <a:t>Tukey test shows which groups are different</a:t>
            </a:r>
          </a:p>
          <a:p>
            <a:r>
              <a:t>Command: TukeyHSD(anova_model)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ANOVA compares more than two group means</a:t>
            </a:r>
          </a:p>
          <a:p>
            <a:r>
              <a:t>Uses variance to test differences</a:t>
            </a:r>
          </a:p>
          <a:p>
            <a:r>
              <a:t>R makes ANOVA easy to perform</a:t>
            </a:r>
          </a:p>
          <a:p>
            <a:r>
              <a:t>Very useful in education and business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339</Words>
  <Application>Microsoft Office PowerPoint</Application>
  <PresentationFormat>On-screen Show (4:3)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ANOVA Test using R</vt:lpstr>
      <vt:lpstr>Why Do We Use ANOVA?</vt:lpstr>
      <vt:lpstr>What is ANOVA?</vt:lpstr>
      <vt:lpstr>Simple Example</vt:lpstr>
      <vt:lpstr>Hypothesis in ANOVA</vt:lpstr>
      <vt:lpstr>Assumptions of ANOVA</vt:lpstr>
      <vt:lpstr>Data Example in R</vt:lpstr>
      <vt:lpstr>Creating Data in R</vt:lpstr>
      <vt:lpstr>Running ANOVA in R</vt:lpstr>
      <vt:lpstr>Understanding the Result</vt:lpstr>
      <vt:lpstr>After ANOVA (Post Hoc Test)</vt:lpstr>
      <vt:lpstr>Lesson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ANOVA Test using R</dc:title>
  <dc:subject/>
  <dc:creator/>
  <cp:keywords/>
  <dc:description>generated using python-pptx</dc:description>
  <cp:lastModifiedBy>Dileepa Hewapaula</cp:lastModifiedBy>
  <cp:revision>4</cp:revision>
  <dcterms:created xsi:type="dcterms:W3CDTF">2013-01-27T09:14:16Z</dcterms:created>
  <dcterms:modified xsi:type="dcterms:W3CDTF">2026-06-22T08:58:34Z</dcterms:modified>
  <cp:category/>
</cp:coreProperties>
</file>