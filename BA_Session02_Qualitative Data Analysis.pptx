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65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0A94C-4469-43F8-A052-3B385DAA993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413C3-2764-462F-BB5D-5E85A7D6B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1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5C6D3F8-5F96-40FA-BCCD-358A6E480F9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860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D84F-93C6-44AF-9210-D25C4F265EC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7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CCF3-333C-46A8-BD24-83E0C8543E36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9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6B8CC-F215-466C-9416-88EF89AE7DDC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1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11F5-4326-498A-BDFE-73846A1F16E6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01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2968-7AB1-4014-BD21-F91C5824CA3F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7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B8CC-4EE0-4E62-A699-DD2E77110ACD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9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8C2F-0852-4D97-B3E5-C0D552D04E66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2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0226-1749-4146-AC42-BE9DB3E7B831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3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5607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9103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2015433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6753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2518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310049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30D76-1FC1-4E9E-AB15-A1802C3CB803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19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0F44A-DAA7-4DF8-A251-2FF1D1CF0D1A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5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35689-BC46-42A1-9055-36ED5D727221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ICBT Business Analytics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9FE97-07D4-4F9F-B6BD-9049F98DE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724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3785" y="1901950"/>
            <a:ext cx="7940660" cy="1622730"/>
          </a:xfrm>
        </p:spPr>
        <p:txBody>
          <a:bodyPr>
            <a:normAutofit fontScale="90000"/>
          </a:bodyPr>
          <a:lstStyle/>
          <a:p>
            <a:r>
              <a:rPr lang="en-US" dirty="0"/>
              <a:t>    </a:t>
            </a:r>
            <a:r>
              <a:rPr lang="en-US" b="1" dirty="0"/>
              <a:t>Business Analytics</a:t>
            </a:r>
            <a:br>
              <a:rPr lang="en-US" b="1" dirty="0"/>
            </a:br>
            <a:r>
              <a:rPr lang="en-GB" dirty="0"/>
              <a:t>Analysis of Qualitative Data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1FAC-3F60-7F99-79F3-F51E02DD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5235-1074-F173-290B-C4778F4F2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What is </a:t>
            </a:r>
            <a:r>
              <a:rPr lang="en-GB" sz="3200" dirty="0"/>
              <a:t>Qualitative Data</a:t>
            </a:r>
            <a:r>
              <a:rPr lang="en-US" sz="3200" dirty="0"/>
              <a:t>?</a:t>
            </a:r>
          </a:p>
          <a:p>
            <a:pPr algn="just"/>
            <a:r>
              <a:rPr lang="en-US" sz="3200" dirty="0"/>
              <a:t>Advantages of Qualitative Data.</a:t>
            </a:r>
          </a:p>
          <a:p>
            <a:pPr algn="just"/>
            <a:r>
              <a:rPr lang="en-US" sz="3200" dirty="0"/>
              <a:t>Disadvantages of Qualitative Data.</a:t>
            </a:r>
          </a:p>
          <a:p>
            <a:pPr algn="just"/>
            <a:r>
              <a:rPr lang="en-US" sz="3200" dirty="0"/>
              <a:t>Qualitative Data Collecting Methods.</a:t>
            </a:r>
          </a:p>
          <a:p>
            <a:pPr algn="just"/>
            <a:endParaRPr lang="en-US" sz="32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22B6C-9148-23DE-9B72-44D30272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28A57D-1572-5FA3-08B9-31AB80B72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6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913D6-123D-097F-0367-CCA63993C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vs Quantitative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7188A-3B4C-FB81-02DF-5A9BA201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CA68D-E9B2-492F-B8DA-02BDCD29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1D2B14-FB15-7621-1F36-64FACD374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541" y="1946246"/>
            <a:ext cx="8148917" cy="393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9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F045-FC16-51F6-CA77-32ECD8C6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GB" dirty="0"/>
              <a:t>Qualitative Data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91C6-0515-AEA7-2CEA-A7C58856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3200" b="0" i="0" dirty="0">
                <a:effectLst/>
                <a:latin typeface="Fira Sans" panose="020F0502020204030204" pitchFamily="34" charset="0"/>
              </a:rPr>
              <a:t>Qualitative data is defined as data that approximates and characterizes.</a:t>
            </a:r>
          </a:p>
          <a:p>
            <a:pPr algn="just"/>
            <a:r>
              <a:rPr lang="en-US" sz="3200" dirty="0">
                <a:latin typeface="Fira Sans" panose="020B0503050000020004" pitchFamily="34" charset="0"/>
              </a:rPr>
              <a:t>N</a:t>
            </a:r>
            <a:r>
              <a:rPr lang="en-US" sz="3200" b="0" i="0" dirty="0">
                <a:effectLst/>
                <a:latin typeface="Fira Sans" panose="020B0503050000020004" pitchFamily="34" charset="0"/>
              </a:rPr>
              <a:t>on-numerical. </a:t>
            </a:r>
          </a:p>
          <a:p>
            <a:pPr algn="just"/>
            <a:r>
              <a:rPr lang="en-US" sz="3200" b="0" i="0" dirty="0">
                <a:effectLst/>
                <a:latin typeface="Fira Sans" panose="020B0503050000020004" pitchFamily="34" charset="0"/>
              </a:rPr>
              <a:t>Qualitative data in statistics is also known as categorical data</a:t>
            </a:r>
            <a:r>
              <a:rPr lang="en-US" sz="3200" dirty="0">
                <a:latin typeface="Fira Sans" panose="020B0503050000020004" pitchFamily="34" charset="0"/>
              </a:rPr>
              <a:t>.</a:t>
            </a:r>
          </a:p>
          <a:p>
            <a:pPr algn="just"/>
            <a:r>
              <a:rPr lang="en-US" sz="3200" dirty="0">
                <a:latin typeface="Fira Sans" panose="020B0503050000020004" pitchFamily="34" charset="0"/>
              </a:rPr>
              <a:t>Qualitative data is important in determining the particular frequency of traits or characteristics.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D0911-E235-4069-1F8A-68465EC8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FCCA0-8D8A-F450-5BDB-6391BD15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9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B0B6-8097-407F-266B-762BA9108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Advantages of Qualitative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AFEBD-6984-2993-6316-B4E22924C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200" dirty="0"/>
              <a:t>Understand the customers.</a:t>
            </a:r>
          </a:p>
          <a:p>
            <a:pPr algn="just"/>
            <a:r>
              <a:rPr lang="en-US" sz="3200" dirty="0"/>
              <a:t>Qualitative data </a:t>
            </a:r>
            <a:r>
              <a:rPr lang="en-US" sz="3200" b="0" i="0" dirty="0">
                <a:effectLst/>
              </a:rPr>
              <a:t>helps in-depth analysis.</a:t>
            </a:r>
          </a:p>
          <a:p>
            <a:pPr algn="just"/>
            <a:r>
              <a:rPr lang="en-US" sz="3200" dirty="0"/>
              <a:t>To conduct future research.</a:t>
            </a:r>
            <a:endParaRPr lang="en-US" sz="3200" b="0" i="0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1DD7CC-401A-E7E1-10C1-CC3D8283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4AFBB-C3ED-A651-EC46-220CEDD6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51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4D272-2C8A-CC10-9643-8A1FC0EC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Disadvantages of Qualitative Data.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BDA71-5510-7B99-76F9-5B079C91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/>
              <a:t>Time consuming.</a:t>
            </a:r>
          </a:p>
          <a:p>
            <a:pPr algn="just"/>
            <a:r>
              <a:rPr lang="en-US" sz="3200" dirty="0"/>
              <a:t>Harder to generalized.</a:t>
            </a:r>
          </a:p>
          <a:p>
            <a:pPr algn="just"/>
            <a:r>
              <a:rPr lang="en-US" sz="3200" dirty="0"/>
              <a:t>Depend on the researcher’s skills.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20984-8522-3145-FB7D-F42184B06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077DF-2AD1-D371-0279-60A66DF7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8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EA2BBA-96BE-54E1-18D0-D9135165C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21" y="1259210"/>
            <a:ext cx="9057357" cy="400907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9A2C2-DC5C-E967-744D-E2C001A7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4669D-1001-C034-6D31-FCBC268BA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2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7BDA-F3E2-2931-ECD5-6DC6C18A6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493"/>
            <a:ext cx="10515600" cy="1325563"/>
          </a:xfrm>
        </p:spPr>
        <p:txBody>
          <a:bodyPr/>
          <a:lstStyle/>
          <a:p>
            <a:r>
              <a:rPr lang="en-US" dirty="0"/>
              <a:t>Focus Group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D2D0D-5710-D9A8-999D-11C41E1D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ICBT Business Analytics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AAC8A-9120-7BC1-807F-911A4333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9FE97-07D4-4F9F-B6BD-9049F98DEE95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51F3E-C56E-2D08-86E1-F78282F41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58" y="712854"/>
            <a:ext cx="8257359" cy="54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56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40</TotalTime>
  <Words>146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Fira Sans</vt:lpstr>
      <vt:lpstr>Trebuchet MS</vt:lpstr>
      <vt:lpstr>Tw Cen MT</vt:lpstr>
      <vt:lpstr>Circuit</vt:lpstr>
      <vt:lpstr>    Business Analytics Analysis of Qualitative Data.</vt:lpstr>
      <vt:lpstr>Content</vt:lpstr>
      <vt:lpstr>Qualitative vs Quantitative Data</vt:lpstr>
      <vt:lpstr>What is Qualitative Data?</vt:lpstr>
      <vt:lpstr>Advantages of Qualitative Data</vt:lpstr>
      <vt:lpstr>Disadvantages of Qualitative Data.</vt:lpstr>
      <vt:lpstr>PowerPoint Presentation</vt:lpstr>
      <vt:lpstr>Focus Group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Business Analytics (COM5221) Analysis of Qualitative Data.</dc:title>
  <dc:creator>Chinthaka Jayasekara</dc:creator>
  <cp:lastModifiedBy>Dileepa Hewapaula</cp:lastModifiedBy>
  <cp:revision>14</cp:revision>
  <dcterms:created xsi:type="dcterms:W3CDTF">2023-10-05T02:09:09Z</dcterms:created>
  <dcterms:modified xsi:type="dcterms:W3CDTF">2026-06-02T08:53:27Z</dcterms:modified>
</cp:coreProperties>
</file>