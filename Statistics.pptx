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A3814-487A-4EE5-94D6-E55E989392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11F81F-F9F2-41F1-B5F3-E419663548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D16D0-02E8-48C2-9035-6FF7D2986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B1EC2-A89C-427E-83FC-66A0E7665440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CDBE7-8CBE-41CB-AB52-5CEBD03ED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8370F-60F3-4E66-9282-0F43487DB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AFD32-96E0-4A70-9686-87E4F0A46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548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58549-BECD-4704-AAAE-951A6188D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1D63D-84FF-4A9D-B065-7965AF3AD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0A022-F299-42A4-AB5E-4EEA6F571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B1EC2-A89C-427E-83FC-66A0E7665440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95E39-1F17-4F8B-BB44-24B62A2B0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DF521-FD16-4E09-92D9-FDF736BC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AFD32-96E0-4A70-9686-87E4F0A46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609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CE622-EC93-4F6F-8742-F2BB358B7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311E8-7781-4F7B-B596-7F77C3A90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048E9-3D99-4D67-BF16-3813E1272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B1EC2-A89C-427E-83FC-66A0E7665440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F4AD3-0BA9-402B-9085-28B3EC046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642C9-4E0C-40FB-B34C-43DCF911D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AFD32-96E0-4A70-9686-87E4F0A46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124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ED83C-DB3E-4692-87BA-CA561475F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ACF94-829A-42A4-9ABB-D74D3E5E9C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9A4F21-40A6-46CF-9D8F-E78F67104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A69DE-0EDC-4F05-899D-0608B47ED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B1EC2-A89C-427E-83FC-66A0E7665440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E26B08-B9FF-46D9-8CCC-46AAA70D4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237273-884B-4119-8622-1C2888CDF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AFD32-96E0-4A70-9686-87E4F0A46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08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44AC9-59A3-48CD-93CB-055D016BB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79B1CC-B5B4-4456-8258-0C4AC474D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078F55-AF8C-4587-A7FA-B36590C6AE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0AF1AE-E9C2-47AA-8A30-4CBA2C74DC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C0B0E3-740E-45B8-AB86-C1A8BEB77B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396D6D-12FD-43B8-A90C-01C4A1FA2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B1EC2-A89C-427E-83FC-66A0E7665440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3B3C66-7DF4-4B62-BE33-549029696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8905FA-A861-4470-ADD9-0E6FC4A7A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AFD32-96E0-4A70-9686-87E4F0A46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836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100D0-9824-4BEB-9DF1-F0F2FC76C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FF6967-A1EF-4132-803B-5728B1976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B1EC2-A89C-427E-83FC-66A0E7665440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0550CE-8D9F-49DD-809A-7E8983237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F12130-F333-4A53-8D27-BC95BB60A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AFD32-96E0-4A70-9686-87E4F0A46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853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43A64F-A6A7-428B-9007-751749078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B1EC2-A89C-427E-83FC-66A0E7665440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13B08F-FA95-43D8-8EE7-E18B7C75E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FCD34-923B-436E-864A-4488B4EEF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AFD32-96E0-4A70-9686-87E4F0A46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92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BF460-0CFD-4CB2-8062-C4C5A6219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C8E44-2E4A-4AEB-BB50-2AC891B30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0544A9-2058-4515-ADA2-921FA350D0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C15DBD-42A8-4377-97E4-E210C00BC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B1EC2-A89C-427E-83FC-66A0E7665440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A00C3D-F31A-4910-911E-2F4AC66FD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DEB7C-5A47-4788-85A3-0FAF808BD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AFD32-96E0-4A70-9686-87E4F0A46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429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E7E97-607B-44EB-AAD9-BAA9DDAA5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C60E35-5EE5-40CC-9236-4CEB63DF4F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EB27B1-8F74-4830-8FBD-3BF4A6D36B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9BBC12-AD87-415F-811A-E34BB41C6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B1EC2-A89C-427E-83FC-66A0E7665440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10FA97-975D-4F82-9D21-631B471A1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F79EEB-1AF9-4BA7-B2C1-76F7922CC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AFD32-96E0-4A70-9686-87E4F0A46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791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2A0E4-F16A-4A54-A6FD-602FE23BF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03E3F5-CD54-40A1-8FB4-A02AE20ED9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DEBFE-7678-46D3-9494-067E6BE48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B1EC2-A89C-427E-83FC-66A0E7665440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B6327-D5F5-414A-B458-578303883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19684-3885-49AC-BED3-ADC20E5D9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AFD32-96E0-4A70-9686-87E4F0A46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399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4D4AC0-2D66-4AE9-900C-299FA15CAA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A5A6D7-58C2-4D71-9CAC-8E71B74570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C50FF-C2BC-425A-86B4-B82BAA155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B1EC2-A89C-427E-83FC-66A0E7665440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D69E85-1C51-4417-ADD1-27C1D4592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B3A2E-7633-4370-AE50-7EB203C6E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AFD32-96E0-4A70-9686-87E4F0A46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492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2D22CE-0A53-4C94-9C50-20926F554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33E6B-3EA1-4F3A-A10C-87D6C1A91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BD0A13-59C8-4953-A680-D99BC4048A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7B1EC2-A89C-427E-83FC-66A0E7665440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B0339-9C74-4DAA-AA2D-D6934C3DD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24AF4-C559-462D-A7DD-5AF4D8D72C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3AFD32-96E0-4A70-9686-87E4F0A46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394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FF0D6B-A91E-47DE-8664-359C63BDF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148" y="389880"/>
            <a:ext cx="8949704" cy="6078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474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Dileepa Hewapaula</dc:creator>
  <cp:lastModifiedBy>Dileepa Hewapaula</cp:lastModifiedBy>
  <cp:revision>1</cp:revision>
  <dcterms:created xsi:type="dcterms:W3CDTF">2026-06-02T09:48:10Z</dcterms:created>
  <dcterms:modified xsi:type="dcterms:W3CDTF">2026-06-02T09:48:35Z</dcterms:modified>
</cp:coreProperties>
</file>